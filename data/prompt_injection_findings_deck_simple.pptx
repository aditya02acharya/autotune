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38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327648"/>
            <a:ext cx="11109960" cy="0"/>
          </a:xfrm>
          <a:prstGeom prst="line">
            <a:avLst/>
          </a:prstGeom>
          <a:noFill/>
          <a:ln w="4445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Prompt-injection classifier experiments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model, two modes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LoRA adapter is asked to support a classifier path and a generative reasoning path.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2996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9854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[MODE_FAST]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88920" y="19933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 forward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yes/no logits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788920" y="2523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cheap, calibrated routing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182880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02996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09854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[MODE_SLOW]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68512" y="19933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 first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final answer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68512" y="25237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handle hard cases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84248" y="397764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4082796"/>
            <a:ext cx="182880" cy="21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0592" y="4187952"/>
            <a:ext cx="204825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9264" y="45445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818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untrained bias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44568" y="39776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082796"/>
            <a:ext cx="1828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10912" y="4187952"/>
            <a:ext cx="204825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529584" y="45445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 blind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818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without label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04888" y="397764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082796"/>
            <a:ext cx="1828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71232" y="4187952"/>
            <a:ext cx="204825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089904" y="45445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 label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818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label-guided rationale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65208" y="3977640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4082796"/>
            <a:ext cx="1828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50224" y="45445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818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reward-shaped slow path</a:t>
            </a:r>
            <a:endParaRPr lang="en-US" sz="9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Dual-mode prompt-injection classifier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14447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readout of fast vs slow experiments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870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SFT works. Slow SFT does not add much. GRPO makes slow strong — but breaks fast in a shared adapter.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5156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0.858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51560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SFT fast OOD acc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1188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0.904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611880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GRPO slow OOD acc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+261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172200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GRPO slow-vs-fast net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32520" y="4069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0.105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8732520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GRPO fast benign acc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model is biased, not discriminative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says “yes” too often; slow breaks many obvious attack cases.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acc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2011680" y="1975104"/>
            <a:ext cx="277063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75104"/>
            <a:ext cx="159865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9431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54889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acc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011680" y="2558034"/>
            <a:ext cx="277063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558034"/>
            <a:ext cx="105838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2603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1318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F1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011680" y="3140964"/>
            <a:ext cx="277063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140964"/>
            <a:ext cx="201702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08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71475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F1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011680" y="3723894"/>
            <a:ext cx="277063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3723894"/>
            <a:ext cx="1216307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69189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19751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-184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6492240" y="2432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fixed 124, broke 308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15400" y="19751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0.029</a:t>
            </a: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8915400" y="2432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benign acc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3794760"/>
            <a:ext cx="443484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a weak floor: the base model mostly flags everything as injection.</a:t>
            </a:r>
            <a:endParaRPr lang="en-US" sz="2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SFT learns classification, but slow still hurts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Label-rationale SFT gives the best fast head; slow mode is still worse overall.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1901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2057400" y="1883664"/>
            <a:ext cx="3931920" cy="3276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883664"/>
            <a:ext cx="3373587" cy="3276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874520"/>
            <a:ext cx="4114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57400" y="2266188"/>
            <a:ext cx="3931920" cy="3276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266188"/>
            <a:ext cx="3424702" cy="3276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257044"/>
            <a:ext cx="4114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14400" y="27401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057400" y="2721864"/>
            <a:ext cx="3931920" cy="3276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2721864"/>
            <a:ext cx="3188787" cy="3276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712720"/>
            <a:ext cx="4114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057400" y="3104388"/>
            <a:ext cx="3931920" cy="3276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104388"/>
            <a:ext cx="3247766" cy="3276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095244"/>
            <a:ext cx="4114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83%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14400" y="35783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057400" y="3560064"/>
            <a:ext cx="3931920" cy="3276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3560064"/>
            <a:ext cx="3373587" cy="3276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550920"/>
            <a:ext cx="4114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057400" y="3942588"/>
            <a:ext cx="3931920" cy="3276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3942588"/>
            <a:ext cx="3428634" cy="3276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933444"/>
            <a:ext cx="4114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057400" y="4453128"/>
            <a:ext cx="16459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76856" y="43982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4453128"/>
            <a:ext cx="164592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43982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12280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-44</a:t>
            </a:r>
            <a:endParaRPr lang="en-US" sz="2900" dirty="0"/>
          </a:p>
        </p:txBody>
      </p:sp>
      <p:sp>
        <p:nvSpPr>
          <p:cNvPr id="31" name="Text 29"/>
          <p:cNvSpPr/>
          <p:nvPr/>
        </p:nvSpPr>
        <p:spPr>
          <a:xfrm>
            <a:off x="6812280" y="23591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slow-vs-fast net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98280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9098280" y="23591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fast calls broken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3749040"/>
            <a:ext cx="438912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SFT lesson: rationales help training, not necessarily inference-time reasoning.</a:t>
            </a:r>
            <a:endParaRPr lang="en-US" sz="2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negatives drive the story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examples with words like “inject”, “bypass”, and “ignore” expose shortcut learning.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18562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2194560" y="1837944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837944"/>
            <a:ext cx="140543" cy="29146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828800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194560" y="2184273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2184273"/>
            <a:ext cx="1667134" cy="29146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175129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34%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68680" y="262204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 blind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194560" y="2603754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603754"/>
            <a:ext cx="2428006" cy="29146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2594610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194560" y="2950083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950083"/>
            <a:ext cx="1308506" cy="29146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940939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27%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68680" y="33878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 label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194560" y="3369564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369564"/>
            <a:ext cx="4414998" cy="29146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3360420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91%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194560" y="3715893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3715893"/>
            <a:ext cx="4298686" cy="29146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706749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89%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68680" y="415366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GRPO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2194560" y="4135374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4135374"/>
            <a:ext cx="508864" cy="29146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4126230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194560" y="4481703"/>
            <a:ext cx="4846320" cy="29146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4481703"/>
            <a:ext cx="4119372" cy="29146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4472559"/>
            <a:ext cx="4114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85%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194560" y="4956048"/>
            <a:ext cx="16459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49011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benign acc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37560" y="4956048"/>
            <a:ext cx="164592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57016" y="49011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benign acc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98080" y="1874520"/>
            <a:ext cx="379476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 rationales fix the lexical shortcut. GRPO fixes slow, but fast collapses back to false positives.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7543800" y="3337560"/>
            <a:ext cx="3520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SFT label fast: 91.1% benign accuracy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GRPO fast: 10.5% benign accuracy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GRPO slow: 85.0% benign accuracy</a:t>
            </a:r>
            <a:endParaRPr lang="en-US" sz="142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Slow helps the hard slices, not the easy ones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label-rationale SFT, slow improves adversarial and encoding cases, but breaks direct injections.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343400" y="1874520"/>
            <a:ext cx="0" cy="221284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110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343400" y="1947672"/>
            <a:ext cx="1469612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892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 pts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914400" y="24825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43400" y="2519172"/>
            <a:ext cx="105727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4643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 pts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914400" y="30540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089654" y="3090672"/>
            <a:ext cx="253746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 pts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14400" y="36255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injection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994155" y="3662172"/>
            <a:ext cx="349245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6073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 pts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2606040" y="4343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= slow accuracy − fast accuracy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78040" y="1920240"/>
            <a:ext cx="38862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Reasoning is useful selectively. Always-on slow mode pays for errors on easy cases.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69480" y="3429000"/>
            <a:ext cx="35661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 uncertain/adversarial cases to slow.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obvious cases on fast.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Tune threshold on validation, not test.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GRPO unlocks slow mode — and breaks fast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becomes the best policy; fast becomes almost always “yes”.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acc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1920240" y="1975104"/>
            <a:ext cx="3182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975104"/>
            <a:ext cx="1995184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9431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5374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acc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1920240" y="2546604"/>
            <a:ext cx="3182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546604"/>
            <a:ext cx="2876629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5146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F1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920240" y="3118104"/>
            <a:ext cx="3182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3118104"/>
            <a:ext cx="2412041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0861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36804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F1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920240" y="3689604"/>
            <a:ext cx="3182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3689604"/>
            <a:ext cx="2927543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6576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18288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+261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6446520" y="22860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slow-vs-fast net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41080" y="18288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0.998</a:t>
            </a: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8641080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recall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287000" y="18288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0.105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0287000" y="2286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benign acc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3703320"/>
            <a:ext cx="42519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Interpretation: GRPO is good for slow generation, but too blunt for the one-token fast head.</a:t>
            </a:r>
            <a:endParaRPr lang="en-US" sz="2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2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534</Words>
  <Application>Microsoft Office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Prompt-injection classifier findings — simple deck</dc:title>
  <dc:subject>Prompt-injection classifier experiment findings</dc:subject>
  <dc:creator>OpenAI</dc:creator>
  <cp:lastModifiedBy>Aditya Acharya</cp:lastModifiedBy>
  <cp:revision>2</cp:revision>
  <dcterms:created xsi:type="dcterms:W3CDTF">2026-05-31T11:12:24Z</dcterms:created>
  <dcterms:modified xsi:type="dcterms:W3CDTF">2026-06-01T08:14:09Z</dcterms:modified>
</cp:coreProperties>
</file>